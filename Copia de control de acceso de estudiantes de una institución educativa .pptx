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atrick Hand"/>
      <p:regular r:id="rId13"/>
    </p:embeddedFont>
    <p:embeddedFont>
      <p:font typeface="Barlow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atrickHa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rlow-bold.fntdata"/><Relationship Id="rId14" Type="http://schemas.openxmlformats.org/officeDocument/2006/relationships/font" Target="fonts/Barlow-regular.fntdata"/><Relationship Id="rId17" Type="http://schemas.openxmlformats.org/officeDocument/2006/relationships/font" Target="fonts/Barlow-boldItalic.fntdata"/><Relationship Id="rId16" Type="http://schemas.openxmlformats.org/officeDocument/2006/relationships/font" Target="fonts/Barl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96bf1f6f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96bf1f6f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96bf1f6f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96bf1f6f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96bf1f6f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96bf1f6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96bf1f6f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896bf1f6f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96bf1f6f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96bf1f6f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68f8f8b5057edb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68f8f8b5057edb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872900" y="-75"/>
            <a:ext cx="1271100" cy="5143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41225" y="1310875"/>
            <a:ext cx="6509100" cy="2521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2710225" y="1310850"/>
            <a:ext cx="5476800" cy="25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3047925" y="-75"/>
            <a:ext cx="6096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2241225" y="1770000"/>
            <a:ext cx="6509100" cy="160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2935400" y="1846200"/>
            <a:ext cx="5814900" cy="9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935400" y="2604625"/>
            <a:ext cx="58149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3047925" y="-75"/>
            <a:ext cx="6096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2645075" y="393425"/>
            <a:ext cx="8067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731575" y="393525"/>
            <a:ext cx="4713000" cy="4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Char char="▪"/>
              <a:defRPr b="1" sz="3600"/>
            </a:lvl1pPr>
            <a:lvl2pPr indent="-457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▫"/>
              <a:defRPr b="1" sz="3600"/>
            </a:lvl2pPr>
            <a:lvl3pPr indent="-457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▫"/>
              <a:defRPr b="1" sz="3600"/>
            </a:lvl3pPr>
            <a:lvl4pPr indent="-457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▫"/>
              <a:defRPr b="1" sz="3600"/>
            </a:lvl4pPr>
            <a:lvl5pPr indent="-457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b="1" sz="3600"/>
            </a:lvl5pPr>
            <a:lvl6pPr indent="-457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b="1" sz="3600"/>
            </a:lvl6pPr>
            <a:lvl7pPr indent="-457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b="1" sz="3600"/>
            </a:lvl7pPr>
            <a:lvl8pPr indent="-457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b="1" sz="3600"/>
            </a:lvl8pPr>
            <a:lvl9pPr indent="-457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b="1" sz="3600"/>
            </a:lvl9pPr>
          </a:lstStyle>
          <a:p/>
        </p:txBody>
      </p:sp>
      <p:sp>
        <p:nvSpPr>
          <p:cNvPr id="23" name="Google Shape;23;p4"/>
          <p:cNvSpPr txBox="1"/>
          <p:nvPr/>
        </p:nvSpPr>
        <p:spPr>
          <a:xfrm>
            <a:off x="2654717" y="337850"/>
            <a:ext cx="78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rgbClr val="FFFFFF"/>
                </a:solidFill>
              </a:rPr>
              <a:t>“</a:t>
            </a:r>
            <a:endParaRPr b="1" sz="7200">
              <a:solidFill>
                <a:srgbClr val="FFFFFF"/>
              </a:solidFill>
            </a:endParaRPr>
          </a:p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1556331" y="1349141"/>
            <a:ext cx="7085700" cy="29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600"/>
              </a:spcBef>
              <a:spcAft>
                <a:spcPts val="0"/>
              </a:spcAft>
              <a:buSzPts val="2600"/>
              <a:buChar char="▪"/>
              <a:defRPr/>
            </a:lvl1pPr>
            <a:lvl2pPr indent="-393700" lvl="1" marL="9144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▫"/>
              <a:defRPr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 half slide">
  <p:cSld name="TITLE_AND_BODY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4178396" y="393525"/>
            <a:ext cx="45720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4483099" y="393475"/>
            <a:ext cx="3460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865550" y="1349150"/>
            <a:ext cx="3776400" cy="29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▪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1576275" y="1367175"/>
            <a:ext cx="3482400" cy="3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SzPts val="2200"/>
              <a:buChar char="▪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5268071" y="1367175"/>
            <a:ext cx="3482400" cy="3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SzPts val="2200"/>
              <a:buChar char="▪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▫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1560175" y="1375225"/>
            <a:ext cx="23175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3996525" y="1375225"/>
            <a:ext cx="23175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7" name="Google Shape;57;p8"/>
          <p:cNvSpPr txBox="1"/>
          <p:nvPr>
            <p:ph idx="3" type="body"/>
          </p:nvPr>
        </p:nvSpPr>
        <p:spPr>
          <a:xfrm>
            <a:off x="6432874" y="1375225"/>
            <a:ext cx="23175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877500" y="393525"/>
            <a:ext cx="78729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7943750" y="393425"/>
            <a:ext cx="806700" cy="8067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877500" y="4356125"/>
            <a:ext cx="7479300" cy="39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182200" y="4356200"/>
            <a:ext cx="717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3" name="Google Shape;73;p10"/>
          <p:cNvSpPr/>
          <p:nvPr/>
        </p:nvSpPr>
        <p:spPr>
          <a:xfrm>
            <a:off x="7963200" y="4356125"/>
            <a:ext cx="393600" cy="393600"/>
          </a:xfrm>
          <a:prstGeom prst="rect">
            <a:avLst/>
          </a:prstGeom>
          <a:solidFill>
            <a:srgbClr val="FFFFFF">
              <a:alpha val="52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with icon space">
  <p:cSld name="BLANK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1271100" y="-75"/>
            <a:ext cx="78729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" name="Google Shape;82;p12"/>
          <p:cNvSpPr/>
          <p:nvPr/>
        </p:nvSpPr>
        <p:spPr>
          <a:xfrm>
            <a:off x="867750" y="393425"/>
            <a:ext cx="806700" cy="80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ull background image">
  <p:cSld name="BLANK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872900" y="-75"/>
            <a:ext cx="12711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85750" rotWithShape="0" algn="bl" dir="10800000" dist="190500">
              <a:srgbClr val="000000">
                <a:alpha val="1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8750300" y="4356125"/>
            <a:ext cx="393600" cy="393600"/>
          </a:xfrm>
          <a:prstGeom prst="rect">
            <a:avLst/>
          </a:prstGeom>
          <a:solidFill>
            <a:srgbClr val="FFB000"/>
          </a:solidFill>
          <a:ln>
            <a:noFill/>
          </a:ln>
          <a:effectLst>
            <a:outerShdw blurRad="214313" rotWithShape="0" algn="bl" dir="5400000" dist="4762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2">
  <p:cSld name="TITLE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"/>
              <a:buNone/>
              <a:defRPr b="1" sz="24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56331" y="1349141"/>
            <a:ext cx="70857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arlow"/>
              <a:buChar char="▪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93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arlow"/>
              <a:buChar char="▫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Barlow"/>
              <a:buChar char="▫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▫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○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■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●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○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arlow"/>
              <a:buChar char="■"/>
              <a:defRPr sz="2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750400" y="4356225"/>
            <a:ext cx="39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buNone/>
              <a:defRPr b="1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259225" y="315925"/>
            <a:ext cx="8520600" cy="8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DE ACCESO PARA LOS ESTUDIANTES DE UNA INSTITUCIÓN EDUCATIVA </a:t>
            </a:r>
            <a:endParaRPr b="1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451650" y="1742400"/>
            <a:ext cx="8520600" cy="3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SOFIA PAEZ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JEAN PAUL QUITIAN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PEREGUEZ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JHOJAN ARIAS 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NÚMERO DE FICHA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2067454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Y DESARROLLO DE SISTEMAS DE INFORMACIÓN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PRIMER TRIMESTRE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BOGOTA D.C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ctrTitle"/>
          </p:nvPr>
        </p:nvSpPr>
        <p:spPr>
          <a:xfrm>
            <a:off x="311700" y="332525"/>
            <a:ext cx="8520600" cy="59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DE ACCESO PARA LOS ESTUDIANTES DE UNA INSTITUCIÓN EDUCATIVA </a:t>
            </a:r>
            <a:endParaRPr sz="1700"/>
          </a:p>
        </p:txBody>
      </p:sp>
      <p:sp>
        <p:nvSpPr>
          <p:cNvPr id="102" name="Google Shape;102;p16"/>
          <p:cNvSpPr txBox="1"/>
          <p:nvPr>
            <p:ph idx="1" type="subTitle"/>
          </p:nvPr>
        </p:nvSpPr>
        <p:spPr>
          <a:xfrm>
            <a:off x="556625" y="1164950"/>
            <a:ext cx="8520600" cy="38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SOFIA PAEZ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JEAN PAUL QUITIAN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PEREGUEZ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JHOJAN ARIAS 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de análisis y desarrollo de sistemas de información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 de formación Sena - CEET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Paola Tovar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Instructora 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Y DESARROLLO DE SISTEMAS DE INFORMACIÓN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PROYECTO PRIMER TRIMESTRE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BOGOTA D.C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Nombre del proyecto  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1182200" y="2131750"/>
            <a:ext cx="80301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Times New Roman"/>
                <a:ea typeface="Times New Roman"/>
                <a:cs typeface="Times New Roman"/>
                <a:sym typeface="Times New Roman"/>
              </a:rPr>
              <a:t>CONTROL DE ACCESO PARA LOS ESTUDIANTES DE UNA INSTITUCIÓN EDUCATIVA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324100" y="1865350"/>
            <a:ext cx="7746300" cy="183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1436900" y="2032600"/>
            <a:ext cx="7520700" cy="1499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Planteamiento del problema  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1422925" y="685225"/>
            <a:ext cx="56772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34343"/>
                </a:solidFill>
              </a:rPr>
              <a:t>A partir del levantamiento de información,En las  instituciones educativas se encuentra el  problemas de acceso no deseado por partes de algunas personas que no pertenecen a la institución, suplantando a los estudiantes y no teniendo un registro claro de ellos,ya que estas instituciones no cuentan con páginas o apps para que puedan identificar fácilmente a los estudiantes ya que los carnets son facil de perder y algunos vigilantes lo pasan por alto y dejan pasar a los estudiantes sin tener ningún control del total de estudiantes y personal que se encuentra en la institución,o si ellos entran  a sus clases </a:t>
            </a:r>
            <a:r>
              <a:rPr lang="es" sz="1300">
                <a:solidFill>
                  <a:srgbClr val="434343"/>
                </a:solidFill>
              </a:rPr>
              <a:t> </a:t>
            </a:r>
            <a:endParaRPr sz="1300">
              <a:solidFill>
                <a:srgbClr val="434343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6350" y="2435425"/>
            <a:ext cx="2117649" cy="141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 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1182200" y="2133150"/>
            <a:ext cx="74925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Implementar una app para tener el control del acceso total de la institución educativa de cada persona que sale y entra de ella y generar mayor seguridad para los estudiantes y personal de la institución.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</a:t>
            </a:r>
            <a:r>
              <a:rPr lang="es"/>
              <a:t>específicos</a:t>
            </a:r>
            <a:r>
              <a:rPr lang="es"/>
              <a:t> </a:t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1243225" y="1775750"/>
            <a:ext cx="5298300" cy="30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" sz="1500"/>
              <a:t>Mejorar el acceso a  la </a:t>
            </a:r>
            <a:r>
              <a:rPr lang="es" sz="1500"/>
              <a:t>institución con  el número de identificación y huella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" sz="1500"/>
              <a:t>Tener un registro exacto de los estudiantes y el </a:t>
            </a:r>
            <a:r>
              <a:rPr lang="es" sz="1500"/>
              <a:t>personal</a:t>
            </a:r>
            <a:r>
              <a:rPr lang="es" sz="1500"/>
              <a:t> que ingresa a la </a:t>
            </a:r>
            <a:r>
              <a:rPr lang="es" sz="1500"/>
              <a:t>institución.</a:t>
            </a:r>
            <a:r>
              <a:rPr lang="es" sz="1500"/>
              <a:t>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s" sz="1500"/>
              <a:t>Mejorar la seguridad de los estudiantes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175" y="2571750"/>
            <a:ext cx="2936225" cy="2277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1182200" y="393475"/>
            <a:ext cx="67395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justificación</a:t>
            </a:r>
            <a:r>
              <a:rPr lang="es"/>
              <a:t> 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1936375" y="1867900"/>
            <a:ext cx="5165700" cy="21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A partir de la </a:t>
            </a:r>
            <a:r>
              <a:rPr lang="es" sz="1500"/>
              <a:t>problemática</a:t>
            </a:r>
            <a:r>
              <a:rPr lang="es" sz="1500"/>
              <a:t> identificada en la </a:t>
            </a:r>
            <a:r>
              <a:rPr lang="es" sz="1500"/>
              <a:t>institución</a:t>
            </a:r>
            <a:r>
              <a:rPr lang="es" sz="1500"/>
              <a:t>,en </a:t>
            </a:r>
            <a:r>
              <a:rPr lang="es" sz="1500"/>
              <a:t>relación</a:t>
            </a:r>
            <a:r>
              <a:rPr lang="es" sz="1500"/>
              <a:t> con las actividades de acceso seguro para los </a:t>
            </a:r>
            <a:r>
              <a:rPr lang="es" sz="1500"/>
              <a:t>estudiantes</a:t>
            </a:r>
            <a:r>
              <a:rPr lang="es" sz="1500"/>
              <a:t> y personal ya que el ingreso a la </a:t>
            </a:r>
            <a:r>
              <a:rPr lang="es" sz="1500"/>
              <a:t>institución</a:t>
            </a:r>
            <a:r>
              <a:rPr lang="es" sz="1500"/>
              <a:t> no es seguro y cualquiera hacerse pasar por estudiantes tambien por que no hay un control exacto de las personas que </a:t>
            </a:r>
            <a:r>
              <a:rPr lang="es" sz="1500"/>
              <a:t>están</a:t>
            </a:r>
            <a:r>
              <a:rPr lang="es" sz="1500"/>
              <a:t> en la </a:t>
            </a:r>
            <a:r>
              <a:rPr lang="es" sz="1500"/>
              <a:t>institución</a:t>
            </a:r>
            <a:r>
              <a:rPr lang="es" sz="1500"/>
              <a:t> para ello una app para tener la totalidad  de accesos y de cada persona que se encuentra en ella y generando la seguridad necesaria.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sset template">
  <a:themeElements>
    <a:clrScheme name="Custom 347">
      <a:dk1>
        <a:srgbClr val="434343"/>
      </a:dk1>
      <a:lt1>
        <a:srgbClr val="FFFFFF"/>
      </a:lt1>
      <a:dk2>
        <a:srgbClr val="D9D9D9"/>
      </a:dk2>
      <a:lt2>
        <a:srgbClr val="FFFFFF"/>
      </a:lt2>
      <a:accent1>
        <a:srgbClr val="FFB000"/>
      </a:accent1>
      <a:accent2>
        <a:srgbClr val="FFE19E"/>
      </a:accent2>
      <a:accent3>
        <a:srgbClr val="6D9EEB"/>
      </a:accent3>
      <a:accent4>
        <a:srgbClr val="C9DAF8"/>
      </a:accent4>
      <a:accent5>
        <a:srgbClr val="93C47D"/>
      </a:accent5>
      <a:accent6>
        <a:srgbClr val="D9EAD3"/>
      </a:accent6>
      <a:hlink>
        <a:srgbClr val="FF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